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7" r:id="rId4"/>
    <p:sldId id="264" r:id="rId5"/>
    <p:sldId id="258" r:id="rId6"/>
    <p:sldId id="262" r:id="rId7"/>
    <p:sldId id="259" r:id="rId8"/>
    <p:sldId id="260" r:id="rId9"/>
    <p:sldId id="265" r:id="rId10"/>
    <p:sldId id="261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  <p:sldId id="277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1" r:id="rId33"/>
    <p:sldId id="287" r:id="rId34"/>
    <p:sldId id="288" r:id="rId35"/>
    <p:sldId id="289" r:id="rId36"/>
    <p:sldId id="292" r:id="rId37"/>
    <p:sldId id="290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2" r:id="rId46"/>
    <p:sldId id="301" r:id="rId47"/>
    <p:sldId id="303" r:id="rId48"/>
    <p:sldId id="306" r:id="rId49"/>
    <p:sldId id="304" r:id="rId50"/>
    <p:sldId id="305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35120" y="2748915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600"/>
              <a:t>Welcome</a:t>
            </a:r>
            <a:endParaRPr lang="en-US"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078230"/>
            <a:ext cx="4693920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69565" y="2821305"/>
            <a:ext cx="6045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600"/>
              <a:t>General Trivia</a:t>
            </a:r>
            <a:endParaRPr lang="en-US"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5230" y="1592580"/>
            <a:ext cx="4701540" cy="3672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1363980"/>
            <a:ext cx="4724400" cy="413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1078230"/>
            <a:ext cx="4724400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0" y="1630680"/>
            <a:ext cx="468630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Initial Access &amp; Lateral Movement</a:t>
            </a:r>
            <a:endParaRPr lang="en-US" altLang="en-US" sz="6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670" y="297180"/>
            <a:ext cx="375666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0" y="1078230"/>
            <a:ext cx="4686300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0" y="400050"/>
            <a:ext cx="377190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450" y="323850"/>
            <a:ext cx="42291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Privilege Escalation &amp; Persistence</a:t>
            </a:r>
            <a:endParaRPr lang="en-US" altLang="en-US" sz="6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0020" y="723900"/>
            <a:ext cx="425196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868680"/>
            <a:ext cx="4267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4780" y="278130"/>
            <a:ext cx="4282440" cy="6301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9070" y="548640"/>
            <a:ext cx="42138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Collection</a:t>
            </a:r>
            <a:endParaRPr lang="en-US" altLang="en-US" sz="6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0" y="335280"/>
            <a:ext cx="3634740" cy="6187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903605"/>
            <a:ext cx="3657600" cy="5196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115" y="297180"/>
            <a:ext cx="3695700" cy="6263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55" y="1360170"/>
            <a:ext cx="3771900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0" y="255270"/>
            <a:ext cx="3718560" cy="63474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85" y="1177290"/>
            <a:ext cx="371094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35" y="312420"/>
            <a:ext cx="3733800" cy="62331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15" y="1211580"/>
            <a:ext cx="3794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8620" y="1295400"/>
            <a:ext cx="379476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670" y="1402080"/>
            <a:ext cx="375666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0" y="1504950"/>
            <a:ext cx="3771900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ICS PCAP Analysis</a:t>
            </a:r>
            <a:endParaRPr lang="en-US" altLang="en-US" sz="6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182880"/>
            <a:ext cx="3733800" cy="6492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15" y="1325880"/>
            <a:ext cx="36652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259080"/>
            <a:ext cx="3749040" cy="63398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33600"/>
            <a:ext cx="367284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900" y="228600"/>
            <a:ext cx="3124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5330" y="182880"/>
            <a:ext cx="31013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Inhibit Response Function</a:t>
            </a:r>
            <a:endParaRPr lang="en-US" altLang="en-US" sz="6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450" y="426720"/>
            <a:ext cx="4229100" cy="6004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838200"/>
            <a:ext cx="4267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285750"/>
            <a:ext cx="41910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Impair Process Control - Insane Series</a:t>
            </a:r>
            <a:endParaRPr lang="en-US" altLang="en-US" sz="6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355" y="240030"/>
            <a:ext cx="4191000" cy="63779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855" y="2145030"/>
            <a:ext cx="4122420" cy="25679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590" y="621030"/>
            <a:ext cx="3512820" cy="56159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590" y="506730"/>
            <a:ext cx="3512820" cy="58445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07670"/>
            <a:ext cx="3505200" cy="60426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730" y="243840"/>
            <a:ext cx="3558540" cy="63703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5780" y="247650"/>
            <a:ext cx="3520440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020" y="262890"/>
            <a:ext cx="3489960" cy="63322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590" y="487680"/>
            <a:ext cx="3512820" cy="5882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Impact</a:t>
            </a:r>
            <a:endParaRPr lang="en-US" altLang="en-US" sz="6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0" y="1238250"/>
            <a:ext cx="35433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4830" y="278130"/>
            <a:ext cx="3482340" cy="63017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1830" y="1130300"/>
            <a:ext cx="6045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600"/>
              <a:t>Project Blackout</a:t>
            </a:r>
            <a:endParaRPr lang="en-US" altLang="en-US" sz="6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1002030"/>
            <a:ext cx="3550920" cy="48539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730" y="544830"/>
            <a:ext cx="3558540" cy="57683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982980"/>
            <a:ext cx="3550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305" y="502920"/>
            <a:ext cx="35814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730" y="666750"/>
            <a:ext cx="355854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730" y="266700"/>
            <a:ext cx="355854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920" y="990600"/>
            <a:ext cx="356616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0" y="834390"/>
            <a:ext cx="3543300" cy="51892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730" y="815340"/>
            <a:ext cx="3558540" cy="52273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0" y="674370"/>
            <a:ext cx="3581400" cy="55092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1970" y="582930"/>
            <a:ext cx="3528060" cy="56921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590550"/>
            <a:ext cx="3505200" cy="5676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Presentation</Application>
  <PresentationFormat>Widescreen</PresentationFormat>
  <Paragraphs>20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shahi</dc:creator>
  <cp:lastModifiedBy>Shahidan Idris</cp:lastModifiedBy>
  <cp:revision>3</cp:revision>
  <dcterms:created xsi:type="dcterms:W3CDTF">2025-07-23T00:59:00Z</dcterms:created>
  <dcterms:modified xsi:type="dcterms:W3CDTF">2026-10-29T07:05:09Z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4C34E52124FC4C04987FADD55DAB2E0D_11</vt:lpwstr>
  </property>
  <property fmtid="{D5CDD505-2E9C-101B-9397-08002B2CF9AE}" pid="3" name="KSOProductBuildVer">
    <vt:lpwstr>1033-12.1.0.25180</vt:lpwstr>
  </property>
</Properties>
</file>